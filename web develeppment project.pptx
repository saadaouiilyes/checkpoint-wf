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sans titre" id="{0C9D3B5D-C2F5-482A-A16E-0FDBA13E5001}">
          <p14:sldIdLst>
            <p14:sldId id="256"/>
            <p14:sldId id="257"/>
            <p14:sldId id="258"/>
            <p14:sldId id="25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0" d="100"/>
          <a:sy n="80" d="100"/>
        </p:scale>
        <p:origin x="3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668CB9-B3D0-E902-444B-D917EE0219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9C4E906-28DC-4E80-37E0-695DEAB2F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FF8A247-F338-DF62-4767-1445C3271E69}"/>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04F278C3-354E-53F4-75D4-CEA5191086D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E1AFDC1-B2CC-32E0-E358-314EA00C8472}"/>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1980851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DE4243-7D82-B7AB-96C0-50ED1798D40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2E41992-592F-DE9A-6407-00091318A6A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E4730C-7256-156F-884A-513BF4AD65D6}"/>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563FB935-3095-D948-D38D-F28589166D9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59A5887-6D31-3877-4989-4F3E2238BBEC}"/>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241793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16F971-168F-3B2C-D09F-073FEB57233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26FD4DC-EA5A-2AB9-9B0A-BBC8138D1F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1530DB6-5F7F-3828-4E7F-8DDC8550AE72}"/>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9FE6DEE4-8822-6843-9442-9829EE1524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B646E4-BC16-6E4A-776B-6CBC3E3B3B59}"/>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4080706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40708A-F289-4C04-0B8F-A95829B1D1A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993FB09-E996-0026-B0D6-835982D9AFB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D0B28D4-74CF-D4D5-38E3-2A7DF0893B7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BC51154-6C53-3A1F-1788-C9B9AFF21FD2}"/>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6" name="Espace réservé du pied de page 5">
            <a:extLst>
              <a:ext uri="{FF2B5EF4-FFF2-40B4-BE49-F238E27FC236}">
                <a16:creationId xmlns:a16="http://schemas.microsoft.com/office/drawing/2014/main" id="{600E2797-51B8-CE00-478F-1AB59670213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25DBE42-8ED0-356F-465F-83BC9D996245}"/>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723741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0C0DC8-90AC-2070-12CF-94DF4DA0516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F7016CF-4230-D34B-A16D-C8743F7938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0D48402-AE0F-94F6-FC3C-9EED9FFB279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6E294E6-CC54-263D-CCD2-A92E0E3D92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32BEFC5-DC9E-F700-CCCF-AD862A15004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D517CED-FAB3-C4DA-A2CF-06F80B358F29}"/>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8" name="Espace réservé du pied de page 7">
            <a:extLst>
              <a:ext uri="{FF2B5EF4-FFF2-40B4-BE49-F238E27FC236}">
                <a16:creationId xmlns:a16="http://schemas.microsoft.com/office/drawing/2014/main" id="{92E759DE-FA99-B70E-D804-3E74E0B0400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EF7EB29-5A16-39DC-2E96-C9136754A4B4}"/>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581703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C4BF09-948B-33A4-EB3F-7A9E4C068C7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ED2CF3B-2C2A-2200-D71E-53BDB1EA0119}"/>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4" name="Espace réservé du pied de page 3">
            <a:extLst>
              <a:ext uri="{FF2B5EF4-FFF2-40B4-BE49-F238E27FC236}">
                <a16:creationId xmlns:a16="http://schemas.microsoft.com/office/drawing/2014/main" id="{C7D50194-C5B3-FE4C-D3CB-F1136EBDC6D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6515E4F-13E0-832E-20C4-77E130D03F08}"/>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200361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68382F8-62A4-E7AB-524A-3C813DB1A6BA}"/>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3" name="Espace réservé du pied de page 2">
            <a:extLst>
              <a:ext uri="{FF2B5EF4-FFF2-40B4-BE49-F238E27FC236}">
                <a16:creationId xmlns:a16="http://schemas.microsoft.com/office/drawing/2014/main" id="{80ACC0AB-DD91-6260-293B-C943BE1BA38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D48BDEA-0C95-7AF0-3525-E256117E7041}"/>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1982610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D2DD27-E8A5-A7E4-B540-5DE8327482C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6322787-6CB3-A48C-A31D-065306639D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CC3683F-CFC1-57A7-9306-4CA3653FE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1171FCB-97FC-8A20-08CC-0D7B0869269C}"/>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6" name="Espace réservé du pied de page 5">
            <a:extLst>
              <a:ext uri="{FF2B5EF4-FFF2-40B4-BE49-F238E27FC236}">
                <a16:creationId xmlns:a16="http://schemas.microsoft.com/office/drawing/2014/main" id="{B4F5425C-F169-83A8-4C84-F398890D241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1D63D1C-43A0-38DA-B8B7-97DEB07BA2C8}"/>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2886439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4623D-D04A-4F80-8722-888C9E820D8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16154A8-7B1D-C99F-2344-48DB34A6C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8FA0788-892B-08DF-3354-BE87EBFCC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AEA5962-808E-F36E-F061-4771670615F1}"/>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6" name="Espace réservé du pied de page 5">
            <a:extLst>
              <a:ext uri="{FF2B5EF4-FFF2-40B4-BE49-F238E27FC236}">
                <a16:creationId xmlns:a16="http://schemas.microsoft.com/office/drawing/2014/main" id="{EE208AAF-C701-95C6-61FE-4B87CCF853B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336471-17CD-7624-575B-DE6299771A95}"/>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1411130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4CE6C-79F4-3451-90C8-1FE8E71FA59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7F31532-7076-ED64-E6AC-34BE9A6BB09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065BBB-3995-9398-588C-AD623E17C8FC}"/>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DAC05208-65E4-527B-A6DC-0985D244C5B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CD88588-3F02-D33D-0D95-0565E291CF8F}"/>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4118075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F0BBDC-F653-97F0-C73C-971FE3285DA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1FDCFD1-4FD6-C298-4BFB-FB0044488BD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82E72BD-E42B-7AEF-5016-BE6E4A6E6036}"/>
              </a:ext>
            </a:extLst>
          </p:cNvPr>
          <p:cNvSpPr>
            <a:spLocks noGrp="1"/>
          </p:cNvSpPr>
          <p:nvPr>
            <p:ph type="dt" sz="half" idx="10"/>
          </p:nvPr>
        </p:nvSpPr>
        <p:spPr/>
        <p:txBody>
          <a:body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0AFAEE46-464D-28D9-C6F7-B1409ECF8D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464A6B7-34D3-7090-A67F-2F47C317C79C}"/>
              </a:ext>
            </a:extLst>
          </p:cNvPr>
          <p:cNvSpPr>
            <a:spLocks noGrp="1"/>
          </p:cNvSpPr>
          <p:nvPr>
            <p:ph type="sldNum" sz="quarter" idx="12"/>
          </p:nvPr>
        </p:nvSpPr>
        <p:spPr/>
        <p:txBody>
          <a:bodyPr/>
          <a:lstStyle/>
          <a:p>
            <a:fld id="{B3120A09-79BD-4A78-AC34-C49E5AB23D77}" type="slidenum">
              <a:rPr lang="fr-FR" smtClean="0"/>
              <a:t>‹N°›</a:t>
            </a:fld>
            <a:endParaRPr lang="fr-FR"/>
          </a:p>
        </p:txBody>
      </p:sp>
    </p:spTree>
    <p:extLst>
      <p:ext uri="{BB962C8B-B14F-4D97-AF65-F5344CB8AC3E}">
        <p14:creationId xmlns:p14="http://schemas.microsoft.com/office/powerpoint/2010/main" val="2204595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53435D6-4B54-90DB-B2D1-5AE430B948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9AE1742-0156-35B3-A8DD-41C63BA769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4D1B16-022E-17DF-DA7F-B6DF979AAC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F7A08-7B49-449E-8FA1-259E0D2B21FF}" type="datetimeFigureOut">
              <a:rPr lang="fr-FR" smtClean="0"/>
              <a:t>31/05/2022</a:t>
            </a:fld>
            <a:endParaRPr lang="fr-FR"/>
          </a:p>
        </p:txBody>
      </p:sp>
      <p:sp>
        <p:nvSpPr>
          <p:cNvPr id="5" name="Espace réservé du pied de page 4">
            <a:extLst>
              <a:ext uri="{FF2B5EF4-FFF2-40B4-BE49-F238E27FC236}">
                <a16:creationId xmlns:a16="http://schemas.microsoft.com/office/drawing/2014/main" id="{1FCDA5A9-7CAA-6EFD-88BF-83F625E4C2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93A6E2F-E0AF-4A9C-319B-E1CECDF46F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120A09-79BD-4A78-AC34-C49E5AB23D77}" type="slidenum">
              <a:rPr lang="fr-FR" smtClean="0"/>
              <a:t>‹N°›</a:t>
            </a:fld>
            <a:endParaRPr lang="fr-FR"/>
          </a:p>
        </p:txBody>
      </p:sp>
    </p:spTree>
    <p:extLst>
      <p:ext uri="{BB962C8B-B14F-4D97-AF65-F5344CB8AC3E}">
        <p14:creationId xmlns:p14="http://schemas.microsoft.com/office/powerpoint/2010/main" val="490303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FC6CC8-18CC-F2AD-F933-82AB0CEB982A}"/>
              </a:ext>
            </a:extLst>
          </p:cNvPr>
          <p:cNvSpPr/>
          <p:nvPr/>
        </p:nvSpPr>
        <p:spPr>
          <a:xfrm>
            <a:off x="2007293" y="1018220"/>
            <a:ext cx="7768345" cy="923330"/>
          </a:xfrm>
          <a:prstGeom prst="rect">
            <a:avLst/>
          </a:prstGeom>
          <a:noFill/>
        </p:spPr>
        <p:txBody>
          <a:bodyPr wrap="none" lIns="91440" tIns="45720" rIns="91440" bIns="45720">
            <a:spAutoFit/>
          </a:bodyPr>
          <a:lstStyle/>
          <a:p>
            <a:pPr algn="ctr"/>
            <a:r>
              <a:rPr lang="fr-FR" sz="5400" dirty="0">
                <a:ln w="0"/>
                <a:solidFill>
                  <a:schemeClr val="accent1"/>
                </a:solidFill>
                <a:effectLst>
                  <a:outerShdw blurRad="38100" dist="25400" dir="5400000" algn="ctr" rotWithShape="0">
                    <a:srgbClr val="6E747A">
                      <a:alpha val="43000"/>
                    </a:srgbClr>
                  </a:outerShdw>
                </a:effectLst>
              </a:rPr>
              <a:t>Web Fundamentals Project</a:t>
            </a:r>
            <a:endParaRPr lang="fr-FR" sz="5400" b="0" cap="none" spc="0" dirty="0">
              <a:ln w="0"/>
              <a:solidFill>
                <a:schemeClr val="accent1"/>
              </a:solidFill>
              <a:effectLst>
                <a:outerShdw blurRad="38100" dist="25400" dir="5400000" algn="ctr" rotWithShape="0">
                  <a:srgbClr val="6E747A">
                    <a:alpha val="43000"/>
                  </a:srgbClr>
                </a:outerShdw>
              </a:effectLst>
            </a:endParaRPr>
          </a:p>
        </p:txBody>
      </p:sp>
      <p:sp>
        <p:nvSpPr>
          <p:cNvPr id="7" name="Rectangle 6">
            <a:extLst>
              <a:ext uri="{FF2B5EF4-FFF2-40B4-BE49-F238E27FC236}">
                <a16:creationId xmlns:a16="http://schemas.microsoft.com/office/drawing/2014/main" id="{1FD9B33F-ABA9-3ECB-58B0-7189BB24463E}"/>
              </a:ext>
            </a:extLst>
          </p:cNvPr>
          <p:cNvSpPr/>
          <p:nvPr/>
        </p:nvSpPr>
        <p:spPr>
          <a:xfrm>
            <a:off x="1407059" y="2967335"/>
            <a:ext cx="9377888" cy="132343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8000" b="1" dirty="0">
                <a:ln/>
                <a:solidFill>
                  <a:srgbClr val="FF0000"/>
                </a:solidFill>
                <a:latin typeface="Blackadder ITC" panose="04020505051007020D02" pitchFamily="82" charset="0"/>
              </a:rPr>
              <a:t>Prepared by</a:t>
            </a:r>
            <a:r>
              <a:rPr lang="fr-FR" sz="8000" b="1" dirty="0">
                <a:ln/>
                <a:solidFill>
                  <a:srgbClr val="FF0000"/>
                </a:solidFill>
                <a:latin typeface="Blackadder ITC" panose="04020505051007020D02" pitchFamily="82" charset="0"/>
              </a:rPr>
              <a:t>:saadaoui ilyes </a:t>
            </a:r>
            <a:endParaRPr lang="fr-FR" sz="8000" b="1" cap="none" spc="0" dirty="0">
              <a:ln/>
              <a:solidFill>
                <a:srgbClr val="FF0000"/>
              </a:solidFill>
              <a:effectLst/>
              <a:latin typeface="Blackadder ITC" panose="04020505051007020D02" pitchFamily="82" charset="0"/>
            </a:endParaRPr>
          </a:p>
        </p:txBody>
      </p:sp>
    </p:spTree>
    <p:extLst>
      <p:ext uri="{BB962C8B-B14F-4D97-AF65-F5344CB8AC3E}">
        <p14:creationId xmlns:p14="http://schemas.microsoft.com/office/powerpoint/2010/main" val="2178389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A34E1B-434A-F09E-B307-5131AA775610}"/>
              </a:ext>
            </a:extLst>
          </p:cNvPr>
          <p:cNvSpPr>
            <a:spLocks noGrp="1"/>
          </p:cNvSpPr>
          <p:nvPr>
            <p:ph type="title"/>
          </p:nvPr>
        </p:nvSpPr>
        <p:spPr/>
        <p:txBody>
          <a:bodyPr>
            <a:normAutofit/>
          </a:bodyPr>
          <a:lstStyle/>
          <a:p>
            <a:r>
              <a:rPr lang="en-US" sz="6000" dirty="0">
                <a:solidFill>
                  <a:srgbClr val="FF0000"/>
                </a:solidFill>
                <a:latin typeface="Brush Script MT" panose="03060802040406070304" pitchFamily="66" charset="0"/>
              </a:rPr>
              <a:t>How does the web work:</a:t>
            </a:r>
            <a:endParaRPr lang="fr-FR" sz="6000" dirty="0">
              <a:solidFill>
                <a:srgbClr val="FF0000"/>
              </a:solidFill>
              <a:latin typeface="Brush Script MT" panose="03060802040406070304" pitchFamily="66" charset="0"/>
            </a:endParaRPr>
          </a:p>
        </p:txBody>
      </p:sp>
      <p:sp>
        <p:nvSpPr>
          <p:cNvPr id="3" name="Espace réservé du contenu 2">
            <a:extLst>
              <a:ext uri="{FF2B5EF4-FFF2-40B4-BE49-F238E27FC236}">
                <a16:creationId xmlns:a16="http://schemas.microsoft.com/office/drawing/2014/main" id="{21FC17B2-4FBD-DE81-09AD-73B44F1782FB}"/>
              </a:ext>
            </a:extLst>
          </p:cNvPr>
          <p:cNvSpPr>
            <a:spLocks noGrp="1"/>
          </p:cNvSpPr>
          <p:nvPr>
            <p:ph idx="1"/>
          </p:nvPr>
        </p:nvSpPr>
        <p:spPr/>
        <p:txBody>
          <a:bodyPr>
            <a:normAutofit/>
          </a:bodyPr>
          <a:lstStyle/>
          <a:p>
            <a:r>
              <a:rPr lang="en-US" sz="4300" b="1" i="1" dirty="0">
                <a:latin typeface="+mj-lt"/>
              </a:rPr>
              <a:t>The web browser connects to the web server and sends an HTTP request (via the protocol stack) for the desired web page. The web server receives the request and checks for the desired page. If the page exists, the web server sends it. If the server cannot find the requested page, it will send an HTTP 404 error message.</a:t>
            </a:r>
          </a:p>
          <a:p>
            <a:endParaRPr lang="fr-FR" sz="5400" dirty="0">
              <a:latin typeface="+mj-lt"/>
            </a:endParaRPr>
          </a:p>
        </p:txBody>
      </p:sp>
    </p:spTree>
    <p:extLst>
      <p:ext uri="{BB962C8B-B14F-4D97-AF65-F5344CB8AC3E}">
        <p14:creationId xmlns:p14="http://schemas.microsoft.com/office/powerpoint/2010/main" val="2316798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14AFD6-59C0-F263-7AFC-A191D415B953}"/>
              </a:ext>
            </a:extLst>
          </p:cNvPr>
          <p:cNvSpPr>
            <a:spLocks noGrp="1"/>
          </p:cNvSpPr>
          <p:nvPr>
            <p:ph type="title"/>
          </p:nvPr>
        </p:nvSpPr>
        <p:spPr>
          <a:xfrm>
            <a:off x="838200" y="341062"/>
            <a:ext cx="10515600" cy="1325563"/>
          </a:xfrm>
        </p:spPr>
        <p:txBody>
          <a:bodyPr>
            <a:normAutofit/>
          </a:bodyPr>
          <a:lstStyle/>
          <a:p>
            <a:r>
              <a:rPr lang="fr-FR" sz="6000" dirty="0">
                <a:solidFill>
                  <a:srgbClr val="FF0000"/>
                </a:solidFill>
                <a:latin typeface="Brush Script MT" panose="03060802040406070304" pitchFamily="66" charset="0"/>
              </a:rPr>
              <a:t>What do you need to be a web developper </a:t>
            </a:r>
          </a:p>
        </p:txBody>
      </p:sp>
      <p:sp>
        <p:nvSpPr>
          <p:cNvPr id="3" name="Espace réservé du contenu 2">
            <a:extLst>
              <a:ext uri="{FF2B5EF4-FFF2-40B4-BE49-F238E27FC236}">
                <a16:creationId xmlns:a16="http://schemas.microsoft.com/office/drawing/2014/main" id="{B90A7C56-1B9E-4EBA-8EC0-2F53FFC7807A}"/>
              </a:ext>
            </a:extLst>
          </p:cNvPr>
          <p:cNvSpPr>
            <a:spLocks noGrp="1"/>
          </p:cNvSpPr>
          <p:nvPr>
            <p:ph idx="1"/>
          </p:nvPr>
        </p:nvSpPr>
        <p:spPr/>
        <p:txBody>
          <a:bodyPr>
            <a:normAutofit fontScale="92500" lnSpcReduction="20000"/>
          </a:bodyPr>
          <a:lstStyle/>
          <a:p>
            <a:r>
              <a:rPr lang="en-US" sz="4000" b="1" i="1" dirty="0"/>
              <a:t>Earn Degree(s) An aspiring web developer must first complete an education to develop basic coding and programming skills. ...</a:t>
            </a:r>
          </a:p>
          <a:p>
            <a:r>
              <a:rPr lang="en-US" sz="4000" b="1" i="1" dirty="0"/>
              <a:t>Pursue Internship(s) Landing a solid internship as a new web developer provides vital work experience. ...</a:t>
            </a:r>
          </a:p>
          <a:p>
            <a:r>
              <a:rPr lang="en-US" sz="4000" b="1" i="1" dirty="0"/>
              <a:t>Build Your Portfolio. ...</a:t>
            </a:r>
          </a:p>
          <a:p>
            <a:r>
              <a:rPr lang="en-US" sz="4000" b="1" i="1" dirty="0"/>
              <a:t>Earn Certification(s) ...</a:t>
            </a:r>
          </a:p>
          <a:p>
            <a:r>
              <a:rPr lang="en-US" sz="4000" b="1" i="1" dirty="0"/>
              <a:t>Create Your Resume.</a:t>
            </a:r>
            <a:endParaRPr lang="fr-FR" sz="4000" b="1" i="1" dirty="0"/>
          </a:p>
        </p:txBody>
      </p:sp>
    </p:spTree>
    <p:extLst>
      <p:ext uri="{BB962C8B-B14F-4D97-AF65-F5344CB8AC3E}">
        <p14:creationId xmlns:p14="http://schemas.microsoft.com/office/powerpoint/2010/main" val="3096084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CB3E39-27AA-4583-F1EF-6ED60CDEBF49}"/>
              </a:ext>
            </a:extLst>
          </p:cNvPr>
          <p:cNvSpPr>
            <a:spLocks noGrp="1"/>
          </p:cNvSpPr>
          <p:nvPr>
            <p:ph type="title"/>
          </p:nvPr>
        </p:nvSpPr>
        <p:spPr/>
        <p:txBody>
          <a:bodyPr>
            <a:normAutofit/>
          </a:bodyPr>
          <a:lstStyle/>
          <a:p>
            <a:r>
              <a:rPr lang="en-US" sz="6000" dirty="0">
                <a:solidFill>
                  <a:srgbClr val="FF0000"/>
                </a:solidFill>
                <a:latin typeface="Brush Script MT" panose="03060802040406070304" pitchFamily="66" charset="0"/>
              </a:rPr>
              <a:t>Why do you want to learn web </a:t>
            </a:r>
            <a:r>
              <a:rPr lang="en-US" sz="6000" dirty="0" err="1">
                <a:solidFill>
                  <a:srgbClr val="FF0000"/>
                </a:solidFill>
                <a:latin typeface="Brush Script MT" panose="03060802040406070304" pitchFamily="66" charset="0"/>
              </a:rPr>
              <a:t>developent</a:t>
            </a:r>
            <a:endParaRPr lang="fr-FR" sz="6000" dirty="0">
              <a:solidFill>
                <a:srgbClr val="FF0000"/>
              </a:solidFill>
              <a:latin typeface="Brush Script MT" panose="03060802040406070304" pitchFamily="66" charset="0"/>
            </a:endParaRPr>
          </a:p>
        </p:txBody>
      </p:sp>
      <p:sp>
        <p:nvSpPr>
          <p:cNvPr id="3" name="Espace réservé du contenu 2">
            <a:extLst>
              <a:ext uri="{FF2B5EF4-FFF2-40B4-BE49-F238E27FC236}">
                <a16:creationId xmlns:a16="http://schemas.microsoft.com/office/drawing/2014/main" id="{57ADAF24-7E2A-6C0E-3E10-DF4C712B004F}"/>
              </a:ext>
            </a:extLst>
          </p:cNvPr>
          <p:cNvSpPr>
            <a:spLocks noGrp="1"/>
          </p:cNvSpPr>
          <p:nvPr>
            <p:ph idx="1"/>
          </p:nvPr>
        </p:nvSpPr>
        <p:spPr/>
        <p:txBody>
          <a:bodyPr>
            <a:normAutofit/>
          </a:bodyPr>
          <a:lstStyle/>
          <a:p>
            <a:r>
              <a:rPr lang="en-US" sz="4400" b="1" i="1" dirty="0"/>
              <a:t>Web development has a number of pros: High earning potential, opportunity for growth, and flexibility are usually top of mind for most who get into the industry. Some of the challenges for people who pursue web development is the competitive nature of the job market.</a:t>
            </a:r>
            <a:endParaRPr lang="fr-FR" sz="4400" b="1" i="1" dirty="0"/>
          </a:p>
        </p:txBody>
      </p:sp>
    </p:spTree>
    <p:extLst>
      <p:ext uri="{BB962C8B-B14F-4D97-AF65-F5344CB8AC3E}">
        <p14:creationId xmlns:p14="http://schemas.microsoft.com/office/powerpoint/2010/main" val="257814588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206</Words>
  <Application>Microsoft Office PowerPoint</Application>
  <PresentationFormat>Grand écran</PresentationFormat>
  <Paragraphs>12</Paragraphs>
  <Slides>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vt:i4>
      </vt:variant>
    </vt:vector>
  </HeadingPairs>
  <TitlesOfParts>
    <vt:vector size="10" baseType="lpstr">
      <vt:lpstr>Arial</vt:lpstr>
      <vt:lpstr>Blackadder ITC</vt:lpstr>
      <vt:lpstr>Brush Script MT</vt:lpstr>
      <vt:lpstr>Calibri</vt:lpstr>
      <vt:lpstr>Calibri Light</vt:lpstr>
      <vt:lpstr>Thème Office</vt:lpstr>
      <vt:lpstr>Présentation PowerPoint</vt:lpstr>
      <vt:lpstr>How does the web work:</vt:lpstr>
      <vt:lpstr>What do you need to be a web developper </vt:lpstr>
      <vt:lpstr>Why do you want to learn web developent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21624896363</dc:creator>
  <cp:lastModifiedBy>21624896363</cp:lastModifiedBy>
  <cp:revision>2</cp:revision>
  <dcterms:created xsi:type="dcterms:W3CDTF">2022-05-31T08:00:06Z</dcterms:created>
  <dcterms:modified xsi:type="dcterms:W3CDTF">2022-05-31T08:19:39Z</dcterms:modified>
</cp:coreProperties>
</file>